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Udv/1jxrZfkgtGcEO4JEdhpMN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ea4412778524f3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h2ea4412778524f3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2ea4412778524f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2ea4412778524f3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2ea4412778524f3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2ea4412778524f3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2ea4412778524f3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h2ea4412778524f38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2ea4412778524f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2ea4412778524f38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2ea4412778524f3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h2ea4412778524f38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9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2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8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h2ea4412778524f38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0" y="8705700"/>
            <a:ext cx="52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https://portswigger.net/web-security/access-control/idor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h2ea4412778524f38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h2ea4412778524f38_0_28"/>
          <p:cNvSpPr txBox="1"/>
          <p:nvPr/>
        </p:nvSpPr>
        <p:spPr>
          <a:xfrm>
            <a:off x="9346575" y="8603536"/>
            <a:ext cx="675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highlight>
                  <a:schemeClr val="dk1"/>
                </a:highlight>
              </a:rPr>
              <a:t>https://portswigger.net/web-security/access-control/idor</a:t>
            </a:r>
            <a:endParaRPr sz="2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in a plague doctor costume is walking in a hallway with the caption me brute forcing every enemy . (Fornecido por Tenor)" id="117" name="Google Shape;11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56525" y="1949875"/>
            <a:ext cx="4837700" cy="58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room with the words senta que la vem historia (Fornecido por Tenor)" id="123" name="Google Shape;12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300" y="2024475"/>
            <a:ext cx="6793400" cy="50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7675" y="2396925"/>
            <a:ext cx="13625601" cy="54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h2ea4412778524f38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h2ea4412778524f38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0425" y="2432900"/>
            <a:ext cx="13589125" cy="52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h2ea4412778524f38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h2ea4412778524f38_0_9"/>
          <p:cNvPicPr preferRelativeResize="0"/>
          <p:nvPr/>
        </p:nvPicPr>
        <p:blipFill rotWithShape="1">
          <a:blip r:embed="rId4">
            <a:alphaModFix/>
          </a:blip>
          <a:srcRect b="0" l="5634" r="0" t="0"/>
          <a:stretch/>
        </p:blipFill>
        <p:spPr>
          <a:xfrm>
            <a:off x="1356100" y="2440200"/>
            <a:ext cx="13553474" cy="52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h2ea4412778524f38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244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h2ea4412778524f38_0_15"/>
          <p:cNvPicPr preferRelativeResize="0"/>
          <p:nvPr/>
        </p:nvPicPr>
        <p:blipFill rotWithShape="1">
          <a:blip r:embed="rId4">
            <a:alphaModFix/>
          </a:blip>
          <a:srcRect b="0" l="5882" r="2206" t="2506"/>
          <a:stretch/>
        </p:blipFill>
        <p:spPr>
          <a:xfrm>
            <a:off x="1307675" y="2453900"/>
            <a:ext cx="13544875" cy="53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h2ea4412778524f38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occer player with the number 18 on his jersey is being tackled by another player (Fornecido por Tenor)" id="163" name="Google Shape;16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92700" y="3008425"/>
            <a:ext cx="5946825" cy="44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1594625" y="3429000"/>
            <a:ext cx="5747100" cy="201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É uma proteção que pode ser aplicada na funcionalidade de upload de arquivos, com o intuito de proteger a aplicação contra explorações de vulnerabilidade</a:t>
            </a:r>
            <a:endParaRPr sz="22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room with the words senta que la vem historia (Fornecido por Tenor)" id="175" name="Google Shape;17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1125" y="2234350"/>
            <a:ext cx="6233749" cy="46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