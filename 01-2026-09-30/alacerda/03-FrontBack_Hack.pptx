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65"/>
    <p:restoredTop sz="94617"/>
  </p:normalViewPr>
  <p:slideViewPr>
    <p:cSldViewPr snapToGrid="0">
      <p:cViewPr varScale="1">
        <p:scale>
          <a:sx n="112" d="100"/>
          <a:sy n="112" d="100"/>
        </p:scale>
        <p:origin x="22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AD14-48E9-1176-5798-3C4EF85BA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65C3E-2BED-ACDB-A6EF-1E3F3828E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8C494-FD23-24A4-36A7-77E80C2F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E717A-6639-29EF-1FE3-EED23AA1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4233C-B26C-9D26-41DE-D045C9D6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4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ACA1-8E9E-52FB-2E10-D15D7501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D8E1D-90A4-E8A9-49EB-A2C099070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CE8C3-29DA-7B28-B024-490717A8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C4FBE-2B47-F5BF-BC6C-01A27DF8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06EC0-34AB-E965-35F6-5F823C2E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9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B97EA-FFB5-CDF3-F838-4F3A7FB5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42CCD-6CD1-CCDF-A91F-5F773B93A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423AF-7E40-9B37-9754-EED152E9B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3D625-408E-990C-28F7-B88BE1A2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1FA59-FEB3-7A1B-1C0F-CDE4C896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2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9C14-0742-5731-3E5B-4A1778D5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C9901-7E71-D6E3-16D8-7BDC48BFE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17683-54ED-A46F-958B-2C052A231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EF550-C58D-61EA-A543-7B03FF1C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EBF61-50CE-57D6-26B1-A15B2022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7E4A7-CC15-D04B-741E-6418877F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8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26C0-34B0-BA77-55B5-E8ECE12AB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65B03-0778-EC17-9C5E-13D205EEE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0649B-FF3F-CC26-34BE-19FA7E574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26D141-114A-1C8A-DFA9-33DA37779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62675-2782-F66A-3DAA-54970854E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4DF35-1A0F-6B2E-ADA4-EBADB3559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C9FA66-8035-E631-FA87-EE188CD1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4AA5C-8963-633B-B41C-43911A39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4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A135-C4CB-5A42-FAA5-D031AC66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27A69-CA9E-D6CD-82B2-9B8D94CB4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77D32-0BA2-CECC-7C04-E2393097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82FFB-6EC7-BC10-588E-6920EB0C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1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7DD82-C755-B869-2BAC-390A867D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F9E94-A769-260E-38F4-20AA2A094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4A897-3A8A-6C49-62E6-194FF6B7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8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A214-D70A-BF84-6A40-873AF3F9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DA211-41E9-8E2F-5BE2-14B17E716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D5890-F26C-DDDA-D949-A18488C3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F83A9-0968-AE77-6581-ECB82608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70612-DB38-6C2C-E51C-18BC0149A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FC532-E680-1146-0396-0AD8F343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88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0AC1B-8313-3594-9DBD-329D7341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80280-61DF-2B51-A71A-8B8BBB341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FC2A9-D325-2E69-58D8-32F1F250C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EA4526-BEC2-37D7-3B81-4EB71DD1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0A927-D66F-A49A-5BA0-4F7D2CBC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E16E8-7A08-CF7D-690F-CF041195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7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6921-FA64-830F-FDCA-37EBC912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60037-A4FB-F8B8-2572-7C174D1B2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714B7-9323-A92B-6729-A83D63436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0C2E2-2862-854C-A3F0-A568F6D98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5DFDF-3B80-C4F0-2C97-06A18FE2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63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41974-3D65-CB8F-A16F-B10760D26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4A19C-E121-41F1-557A-D06641E9A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8224C-8227-ADA0-D4AC-EDF30A0B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1C01-D37A-8727-A8BE-170C4CF2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EE6E0-2328-43F6-9124-3E840DF8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7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CB47BD-ADA1-2125-BC69-D8F22BF1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28ADF-539C-2E08-C7B8-CB1F9D0CF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FD249-2881-42FA-0FE9-74CC4A68C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4D561-79D1-9241-B02C-F239D866177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F4FD4-B61A-C965-915D-FF99C2D9E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DE747-2D54-A8D9-E648-42C4096B7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295C5-BB53-A24D-9C3C-8DCCEFE55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0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0D3FC-B589-D44F-DA8F-7F2D1A096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60" y="5279511"/>
            <a:ext cx="9681882" cy="739880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Back/Frontend for Hackers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F35BD-502E-42DC-A34E-8B73D5EB8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6447" y="6019391"/>
            <a:ext cx="7315199" cy="365125"/>
          </a:xfrm>
        </p:spPr>
        <p:txBody>
          <a:bodyPr anchor="t">
            <a:normAutofit/>
          </a:bodyPr>
          <a:lstStyle/>
          <a:p>
            <a:r>
              <a:rPr lang="pt-BR" sz="16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verdade é que…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B44793-6E1B-1A56-1184-07A01DD48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4" b="13681"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74401B-E4DE-50EF-0E90-04EBE6D8B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113" y="625601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78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E2AC8B-AC51-3957-4D6A-DCD141439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111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9D1FE-3F73-FBC3-A8EF-E1F3F28C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 </a:t>
            </a:r>
            <a:r>
              <a:rPr 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assunto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encerrado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!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0AC1932-B7ED-632A-4301-CD3395921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7630" y="5411705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3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4819-E6AA-9AAB-5FC0-8718C01E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REQUISITOS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C429-0433-D630-B25E-AD4524A19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5008" y="2668905"/>
            <a:ext cx="5918199" cy="2004695"/>
          </a:xfrm>
        </p:spPr>
        <p:txBody>
          <a:bodyPr/>
          <a:lstStyle/>
          <a:p>
            <a:r>
              <a:rPr lang="en-US" dirty="0"/>
              <a:t>Quais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preciso</a:t>
            </a:r>
            <a:r>
              <a:rPr lang="en-US" dirty="0"/>
              <a:t> para </a:t>
            </a:r>
            <a:r>
              <a:rPr lang="en-US" dirty="0" err="1"/>
              <a:t>autenticar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Usuário</a:t>
            </a:r>
            <a:endParaRPr lang="en-US" dirty="0"/>
          </a:p>
          <a:p>
            <a:pPr lvl="1"/>
            <a:r>
              <a:rPr lang="en-US" dirty="0"/>
              <a:t>Senha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56112-A7D0-9576-D8CB-81643E0DE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4" y="2476500"/>
            <a:ext cx="3581400" cy="383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4559A9-0D93-52D9-4275-D7C26CFD6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27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8A988-6B96-CFC2-57E7-22360836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6587-4EA5-F7E0-3E07-CEFE7B55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25C21-3DC1-50AF-7731-422A58D64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5008" y="1983740"/>
            <a:ext cx="5918199" cy="4328160"/>
          </a:xfrm>
        </p:spPr>
        <p:txBody>
          <a:bodyPr>
            <a:normAutofit/>
          </a:bodyPr>
          <a:lstStyle/>
          <a:p>
            <a:r>
              <a:rPr lang="pt-BR" noProof="0" dirty="0"/>
              <a:t>Meu programa fica esperando as informações chegarem</a:t>
            </a:r>
          </a:p>
          <a:p>
            <a:r>
              <a:rPr lang="pt-BR" noProof="0" dirty="0"/>
              <a:t>Verifico se existe algum usuário com a senha informada</a:t>
            </a:r>
          </a:p>
          <a:p>
            <a:r>
              <a:rPr lang="pt-BR" noProof="0" dirty="0"/>
              <a:t>Se existir devolvo um identificador para </a:t>
            </a:r>
            <a:r>
              <a:rPr lang="pt-BR" dirty="0"/>
              <a:t>ele usar nas próximas chamadas</a:t>
            </a:r>
          </a:p>
          <a:p>
            <a:r>
              <a:rPr lang="pt-BR" noProof="0" dirty="0"/>
              <a:t>Se não existir </a:t>
            </a:r>
            <a:r>
              <a:rPr lang="pt-BR" dirty="0"/>
              <a:t>eu xingo o usuário 👽.</a:t>
            </a:r>
            <a:r>
              <a:rPr lang="pt-BR" noProof="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42D2CC-9F6B-6E2D-578B-A9B549EED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70" y="2364590"/>
            <a:ext cx="3581400" cy="3835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B3910F-373E-B208-7B2D-68153BA0C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03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A1E5D-C511-A6D6-668F-4E2D02F2F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7CA8B-CF57-CCA7-895E-EF127072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ME THE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CB0E86-5A1E-3C97-23C7-8E5F9CEF9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34" y="2476500"/>
            <a:ext cx="3581400" cy="3835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4873FD-F2AC-BF4D-81D0-BC4B99D38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406" y="4213113"/>
            <a:ext cx="1270000" cy="152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F9A7F7-91C9-8485-1A18-2C3D82454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747" y="3237753"/>
            <a:ext cx="2540000" cy="254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3DE617-D8AF-AF43-BD0B-EDFC8022E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210" y="1829323"/>
            <a:ext cx="640772" cy="14084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A25754-E786-DC3A-D5C2-D73DB864C5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969" y="187269"/>
            <a:ext cx="2888025" cy="1976812"/>
          </a:xfrm>
          <a:prstGeom prst="rect">
            <a:avLst/>
          </a:prstGeom>
        </p:spPr>
      </p:pic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BDE8D6E-0E12-1FD7-DB43-7154C937F513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 flipV="1">
            <a:off x="7274858" y="2533538"/>
            <a:ext cx="1095352" cy="13526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87049B5-8117-803E-4E68-392742C502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8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0.04398 L 0.10847 0.02871 C 0.13099 0.04491 0.16498 0.05394 0.20052 0.05394 C 0.24102 0.05394 0.27344 0.04491 0.29597 0.02871 L 0.40456 -0.04398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21" y="4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41D4-EBE2-FC5A-0BFD-02FB1EEF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DB8F-5867-86F3-8CA5-6F988AB6C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ME THE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8277D-8134-7251-3A03-194982C98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1511300"/>
            <a:ext cx="3581400" cy="38354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BE49139-FF97-248B-747A-E6716A235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2" y="5346700"/>
            <a:ext cx="11416553" cy="96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noProof="0" dirty="0"/>
              <a:t>Tudo isso só pra dizer que ela só criou a funcionalidade, mas ainda não tem uma tela que usa a funcionalidade.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F39B0F-3914-CC16-477A-E5DC39FBE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817" y="1511300"/>
            <a:ext cx="3581400" cy="3835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BACC17-5D40-299C-AB16-BAAF36B14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90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706B5-CF70-A89C-A806-22D86823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B201-51DF-21B9-32F7-27062997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COMUNICAÇÃO COM BACKEND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CA6098E-90A0-4CF4-BE35-2E97149E0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3740"/>
            <a:ext cx="10095007" cy="4328160"/>
          </a:xfrm>
        </p:spPr>
        <p:txBody>
          <a:bodyPr>
            <a:normAutofit/>
          </a:bodyPr>
          <a:lstStyle/>
          <a:p>
            <a:r>
              <a:rPr lang="pt-BR" noProof="0" dirty="0"/>
              <a:t>Se não temos a tela que interage com o </a:t>
            </a:r>
            <a:r>
              <a:rPr lang="pt-BR" noProof="0" dirty="0" err="1"/>
              <a:t>backend</a:t>
            </a:r>
            <a:r>
              <a:rPr lang="pt-BR" noProof="0" dirty="0"/>
              <a:t>, precisamos usar algum programa para fazer essa interação.</a:t>
            </a:r>
          </a:p>
          <a:p>
            <a:pPr lvl="1"/>
            <a:r>
              <a:rPr lang="pt-BR" dirty="0" err="1"/>
              <a:t>Postman</a:t>
            </a:r>
            <a:endParaRPr lang="pt-BR" dirty="0"/>
          </a:p>
          <a:p>
            <a:pPr lvl="1"/>
            <a:r>
              <a:rPr lang="pt-BR" noProof="0" dirty="0"/>
              <a:t>Curl</a:t>
            </a:r>
            <a:r>
              <a:rPr lang="pt-BR" dirty="0"/>
              <a:t> (NÃO é </a:t>
            </a:r>
            <a:r>
              <a:rPr lang="pt-BR" dirty="0" err="1"/>
              <a:t>curly</a:t>
            </a:r>
            <a:r>
              <a:rPr lang="pt-BR" dirty="0"/>
              <a:t> 😡)</a:t>
            </a:r>
          </a:p>
          <a:p>
            <a:pPr lvl="1"/>
            <a:endParaRPr lang="pt-BR" noProof="0" dirty="0"/>
          </a:p>
          <a:p>
            <a:pPr lvl="1"/>
            <a:endParaRPr lang="pt-BR" dirty="0"/>
          </a:p>
          <a:p>
            <a:pPr marL="0" indent="0">
              <a:buNone/>
            </a:pPr>
            <a:r>
              <a:rPr lang="pt-BR" noProof="0" dirty="0"/>
              <a:t>DEMO #1!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6044E-E210-574A-CD44-5040475F0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78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B733-F14D-35AA-EF6F-E029113D1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217B-F1B8-2CCC-E215-13EEF667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INTERFACE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08255-D9BE-C968-595B-492131361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5008" y="2668905"/>
            <a:ext cx="5918199" cy="3449507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US" dirty="0" err="1"/>
              <a:t>Yueslly</a:t>
            </a:r>
            <a:r>
              <a:rPr lang="en-US" dirty="0"/>
              <a:t> </a:t>
            </a:r>
            <a:r>
              <a:rPr lang="en-US" dirty="0" err="1"/>
              <a:t>só</a:t>
            </a:r>
            <a:r>
              <a:rPr lang="en-US" dirty="0"/>
              <a:t> sabe usar </a:t>
            </a:r>
            <a:r>
              <a:rPr lang="en-US" dirty="0" err="1"/>
              <a:t>telinha</a:t>
            </a:r>
            <a:r>
              <a:rPr lang="en-US" dirty="0"/>
              <a:t>…)</a:t>
            </a:r>
          </a:p>
          <a:p>
            <a:pPr lvl="1"/>
            <a:r>
              <a:rPr lang="en-US" dirty="0" err="1"/>
              <a:t>Preciso</a:t>
            </a:r>
            <a:r>
              <a:rPr lang="en-US" dirty="0"/>
              <a:t> de um campo para o </a:t>
            </a:r>
            <a:r>
              <a:rPr lang="en-US" dirty="0" err="1"/>
              <a:t>usuario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Preciso</a:t>
            </a:r>
            <a:r>
              <a:rPr lang="en-US" dirty="0"/>
              <a:t> de um campo para a </a:t>
            </a:r>
            <a:r>
              <a:rPr lang="en-US" dirty="0" err="1"/>
              <a:t>senha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Preciso</a:t>
            </a:r>
            <a:r>
              <a:rPr lang="en-US" dirty="0"/>
              <a:t> de um </a:t>
            </a:r>
            <a:r>
              <a:rPr lang="en-US" dirty="0" err="1"/>
              <a:t>botão</a:t>
            </a:r>
            <a:r>
              <a:rPr lang="en-US" dirty="0"/>
              <a:t> para </a:t>
            </a:r>
            <a:r>
              <a:rPr lang="en-US" dirty="0" err="1"/>
              <a:t>enviar</a:t>
            </a:r>
            <a:r>
              <a:rPr lang="en-US" dirty="0"/>
              <a:t> </a:t>
            </a:r>
            <a:r>
              <a:rPr lang="en-US" dirty="0" err="1"/>
              <a:t>essas</a:t>
            </a:r>
            <a:r>
              <a:rPr lang="en-US" dirty="0"/>
              <a:t> </a:t>
            </a:r>
            <a:r>
              <a:rPr lang="en-US" dirty="0" err="1"/>
              <a:t>informações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8D382-6B8C-AEA3-B445-A66D026A6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55900"/>
            <a:ext cx="3581400" cy="383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9754AA-BBC0-C6EE-1165-2E545253E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62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9502-FD89-461F-460F-D815BDBC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8EDDFF-A41B-B47E-0E3C-221B3167AB7B}"/>
              </a:ext>
            </a:extLst>
          </p:cNvPr>
          <p:cNvSpPr/>
          <p:nvPr/>
        </p:nvSpPr>
        <p:spPr>
          <a:xfrm>
            <a:off x="5526741" y="3981823"/>
            <a:ext cx="4316506" cy="1881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12D03A-4711-952A-1879-B681C7EB688B}"/>
              </a:ext>
            </a:extLst>
          </p:cNvPr>
          <p:cNvSpPr/>
          <p:nvPr/>
        </p:nvSpPr>
        <p:spPr>
          <a:xfrm>
            <a:off x="5526741" y="995082"/>
            <a:ext cx="4316506" cy="2702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38667-B16C-A01D-1D5B-AC8A0948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ME THE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B78027-9468-EFEF-2C07-C1CEFF540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34" y="2476500"/>
            <a:ext cx="3581400" cy="3835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48BC1D-175C-DEFF-17E9-A4AA7A312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406" y="4213113"/>
            <a:ext cx="1270000" cy="152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99D14E-CE47-FF22-4537-6ADDEA2B4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747" y="3587375"/>
            <a:ext cx="2540000" cy="254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15592C-EFB9-BBCD-B04A-D05A023CF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1810" y="1427825"/>
            <a:ext cx="640772" cy="14084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3112F5-4134-AC62-942F-7B40E669E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254" y="3981822"/>
            <a:ext cx="1270000" cy="152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1051A2-14A8-E03F-6ADF-DDBBA7843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210" y="1605103"/>
            <a:ext cx="2540000" cy="25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B58AFC-E475-1DC0-F7F0-1D06F6C6A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9522" y="1175357"/>
            <a:ext cx="2207464" cy="191463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C24927-2647-E25B-1501-E90AB0F18501}"/>
              </a:ext>
            </a:extLst>
          </p:cNvPr>
          <p:cNvCxnSpPr/>
          <p:nvPr/>
        </p:nvCxnSpPr>
        <p:spPr>
          <a:xfrm flipH="1">
            <a:off x="9090212" y="2232212"/>
            <a:ext cx="1075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A0FC6C-24BE-AB20-4E44-6EF484AF63B8}"/>
              </a:ext>
            </a:extLst>
          </p:cNvPr>
          <p:cNvCxnSpPr/>
          <p:nvPr/>
        </p:nvCxnSpPr>
        <p:spPr>
          <a:xfrm>
            <a:off x="8370210" y="3089994"/>
            <a:ext cx="0" cy="1055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7E8827-3131-1B4D-EB59-021A4C4B9B9D}"/>
              </a:ext>
            </a:extLst>
          </p:cNvPr>
          <p:cNvCxnSpPr/>
          <p:nvPr/>
        </p:nvCxnSpPr>
        <p:spPr>
          <a:xfrm flipV="1">
            <a:off x="7873254" y="3089994"/>
            <a:ext cx="0" cy="1123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38F406BE-C5E7-B5E1-B4A4-7399ACA9DD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522" y="1175357"/>
            <a:ext cx="2240728" cy="191461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8F6D9E7-DB8E-FAED-DE34-B9A2A31A065A}"/>
              </a:ext>
            </a:extLst>
          </p:cNvPr>
          <p:cNvSpPr txBox="1"/>
          <p:nvPr/>
        </p:nvSpPr>
        <p:spPr>
          <a:xfrm>
            <a:off x="9902866" y="2221752"/>
            <a:ext cx="108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1BED41-387D-815F-21EC-BFE918CBE65C}"/>
              </a:ext>
            </a:extLst>
          </p:cNvPr>
          <p:cNvSpPr txBox="1"/>
          <p:nvPr/>
        </p:nvSpPr>
        <p:spPr>
          <a:xfrm>
            <a:off x="9902866" y="5003176"/>
            <a:ext cx="105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Backend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2911E2-EEC4-AE01-16F5-8FEEB3650D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2.96296E-6 L 0.10417 -0.02639 C 0.12604 -0.03078 0.15482 -0.05092 0.1819 -0.08009 C 0.21289 -0.11319 0.23516 -0.14745 0.24766 -0.17986 L 0.3099 -0.33102 " pathEditMode="relative" rAng="19740000" ptsTypes="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01" y="-1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8A390-9C45-82A0-8E5C-C0622E72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4519-AE2F-3A76-48CF-D6721DF1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COMUNICAÇÃO COM BACKEND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1E1D05-E026-B2D7-8674-8993BFEAB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3740"/>
            <a:ext cx="10095007" cy="4328160"/>
          </a:xfrm>
        </p:spPr>
        <p:txBody>
          <a:bodyPr>
            <a:normAutofit/>
          </a:bodyPr>
          <a:lstStyle/>
          <a:p>
            <a:r>
              <a:rPr lang="pt-BR" noProof="0" dirty="0"/>
              <a:t>Agora temos uma interface web</a:t>
            </a:r>
          </a:p>
          <a:p>
            <a:pPr lvl="1"/>
            <a:r>
              <a:rPr lang="pt-BR" dirty="0"/>
              <a:t>Usuário interage com a aplicação usando o </a:t>
            </a:r>
            <a:r>
              <a:rPr lang="pt-BR" dirty="0" err="1"/>
              <a:t>frontend</a:t>
            </a:r>
            <a:endParaRPr lang="pt-BR" dirty="0"/>
          </a:p>
          <a:p>
            <a:pPr lvl="1"/>
            <a:r>
              <a:rPr lang="pt-BR" dirty="0"/>
              <a:t>O </a:t>
            </a:r>
            <a:r>
              <a:rPr lang="pt-BR" dirty="0" err="1"/>
              <a:t>frontend</a:t>
            </a:r>
            <a:r>
              <a:rPr lang="pt-BR" dirty="0"/>
              <a:t> gera aquela chamada que antes foi feito manualmente</a:t>
            </a:r>
          </a:p>
          <a:p>
            <a:pPr lvl="1"/>
            <a:r>
              <a:rPr lang="pt-BR" dirty="0"/>
              <a:t>Envia para o </a:t>
            </a:r>
            <a:r>
              <a:rPr lang="pt-BR" dirty="0" err="1"/>
              <a:t>backend</a:t>
            </a:r>
            <a:endParaRPr lang="pt-BR" dirty="0"/>
          </a:p>
          <a:p>
            <a:pPr lvl="1"/>
            <a:r>
              <a:rPr lang="pt-BR" dirty="0" err="1"/>
              <a:t>Yueslly</a:t>
            </a:r>
            <a:r>
              <a:rPr lang="pt-BR" dirty="0"/>
              <a:t> fica feliz!</a:t>
            </a:r>
          </a:p>
          <a:p>
            <a:pPr lvl="1"/>
            <a:endParaRPr lang="pt-BR" noProof="0" dirty="0"/>
          </a:p>
          <a:p>
            <a:pPr lvl="1"/>
            <a:endParaRPr lang="pt-BR" dirty="0"/>
          </a:p>
          <a:p>
            <a:pPr marL="0" indent="0">
              <a:buNone/>
            </a:pPr>
            <a:r>
              <a:rPr lang="pt-BR" noProof="0" dirty="0"/>
              <a:t>DEMO #2!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776A91-3BF5-06B1-7E0B-C138F1D5C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644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343EC-5777-ADE6-3590-2FFC0FBD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49BE-3179-0AFC-3454-02C5208B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PONTOS DE ATAQUE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3A156C-7A01-E639-5349-52D37EFA6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83" y="4318000"/>
            <a:ext cx="2540000" cy="25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F280DA-5FBC-917F-3515-04A5A9731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90" y="4712447"/>
            <a:ext cx="1270000" cy="152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2A17AD-6A73-EADC-6D39-757106C86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46" y="2335728"/>
            <a:ext cx="2540000" cy="25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0CE5D-C62C-5964-F3D6-854E8A119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158" y="1905982"/>
            <a:ext cx="2207464" cy="191463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1113F3-D18F-86E2-F5D7-90D3CFEADAEE}"/>
              </a:ext>
            </a:extLst>
          </p:cNvPr>
          <p:cNvCxnSpPr>
            <a:cxnSpLocks/>
          </p:cNvCxnSpPr>
          <p:nvPr/>
        </p:nvCxnSpPr>
        <p:spPr>
          <a:xfrm>
            <a:off x="3636846" y="3820619"/>
            <a:ext cx="0" cy="10551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601429-5C35-D1CA-E4F7-6C5BE3137AF5}"/>
              </a:ext>
            </a:extLst>
          </p:cNvPr>
          <p:cNvCxnSpPr/>
          <p:nvPr/>
        </p:nvCxnSpPr>
        <p:spPr>
          <a:xfrm flipV="1">
            <a:off x="3139890" y="3820619"/>
            <a:ext cx="0" cy="1123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12D7C6F-275A-09A2-E2F7-8BE85BB3E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278" y="2863300"/>
            <a:ext cx="961417" cy="21132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171B42-1E16-3F63-B4CD-79E50FC18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7680" y="994294"/>
            <a:ext cx="3581400" cy="2565400"/>
          </a:xfrm>
          <a:prstGeom prst="rect">
            <a:avLst/>
          </a:prstGeom>
        </p:spPr>
      </p:pic>
      <p:pic>
        <p:nvPicPr>
          <p:cNvPr id="16" name="Picture 15" descr="burpsuite | Kali Linux Tools">
            <a:extLst>
              <a:ext uri="{FF2B5EF4-FFF2-40B4-BE49-F238E27FC236}">
                <a16:creationId xmlns:a16="http://schemas.microsoft.com/office/drawing/2014/main" id="{9DF49E41-E70F-2FAC-5BBF-AB14CA6C4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7065" y="3919907"/>
            <a:ext cx="999191" cy="999191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F0B8D0-A803-A260-A1CF-ED142E9D17A0}"/>
              </a:ext>
            </a:extLst>
          </p:cNvPr>
          <p:cNvCxnSpPr/>
          <p:nvPr/>
        </p:nvCxnSpPr>
        <p:spPr>
          <a:xfrm>
            <a:off x="3636846" y="3820619"/>
            <a:ext cx="1610219" cy="334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819E4EC-EE36-A901-6206-7C02290CCD1A}"/>
              </a:ext>
            </a:extLst>
          </p:cNvPr>
          <p:cNvCxnSpPr/>
          <p:nvPr/>
        </p:nvCxnSpPr>
        <p:spPr>
          <a:xfrm flipH="1">
            <a:off x="4441955" y="4875728"/>
            <a:ext cx="1125127" cy="503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B4AA68-167B-FA67-C9EE-BEBA770C13B9}"/>
              </a:ext>
            </a:extLst>
          </p:cNvPr>
          <p:cNvCxnSpPr>
            <a:cxnSpLocks/>
          </p:cNvCxnSpPr>
          <p:nvPr/>
        </p:nvCxnSpPr>
        <p:spPr>
          <a:xfrm flipV="1">
            <a:off x="4441955" y="4919098"/>
            <a:ext cx="1528539" cy="767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0DC133F-B958-8EAE-46C6-66E0A61A4724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4243622" y="3429000"/>
            <a:ext cx="1503039" cy="490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B73DF9B4-7788-31AF-CAAB-1038977FA3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8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69DE-FF1C-DBED-282B-052FEED5C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6739-B32B-7ABE-AA68-562976650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INVASÃO EM APLICAÇÃO WEB/API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1EF5-24FB-5541-A2EA-1D7E4C046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3740"/>
            <a:ext cx="10095007" cy="4328160"/>
          </a:xfrm>
        </p:spPr>
        <p:txBody>
          <a:bodyPr>
            <a:normAutofit/>
          </a:bodyPr>
          <a:lstStyle/>
          <a:p>
            <a:r>
              <a:rPr lang="pt-BR" noProof="0" dirty="0"/>
              <a:t>Essa é a base para o </a:t>
            </a:r>
            <a:r>
              <a:rPr lang="pt-BR" dirty="0"/>
              <a:t>teste de invasão em </a:t>
            </a:r>
          </a:p>
          <a:p>
            <a:pPr lvl="1"/>
            <a:r>
              <a:rPr lang="pt-BR" noProof="0" dirty="0"/>
              <a:t>Aplicações web (</a:t>
            </a:r>
            <a:r>
              <a:rPr lang="pt-BR" noProof="0" dirty="0" err="1"/>
              <a:t>Frontend</a:t>
            </a:r>
            <a:r>
              <a:rPr lang="pt-BR" noProof="0" dirty="0"/>
              <a:t>)</a:t>
            </a:r>
          </a:p>
          <a:p>
            <a:pPr lvl="1"/>
            <a:r>
              <a:rPr lang="pt-BR" dirty="0"/>
              <a:t>API (</a:t>
            </a:r>
            <a:r>
              <a:rPr lang="pt-BR" dirty="0" err="1"/>
              <a:t>Backend</a:t>
            </a:r>
            <a:r>
              <a:rPr lang="pt-BR" dirty="0"/>
              <a:t>)</a:t>
            </a:r>
            <a:endParaRPr lang="pt-BR" noProof="0" dirty="0"/>
          </a:p>
          <a:p>
            <a:endParaRPr lang="pt-BR" noProof="0" dirty="0"/>
          </a:p>
          <a:p>
            <a:r>
              <a:rPr lang="pt-BR" dirty="0"/>
              <a:t>Vulnerabilidades podem ser encontradas no </a:t>
            </a:r>
            <a:r>
              <a:rPr lang="pt-BR" dirty="0" err="1"/>
              <a:t>Frontend</a:t>
            </a:r>
            <a:r>
              <a:rPr lang="pt-BR" dirty="0"/>
              <a:t> ou no </a:t>
            </a:r>
            <a:r>
              <a:rPr lang="pt-BR" dirty="0" err="1"/>
              <a:t>Backend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Validações feitas no </a:t>
            </a:r>
            <a:r>
              <a:rPr lang="pt-BR" dirty="0" err="1"/>
              <a:t>Frontend</a:t>
            </a:r>
            <a:r>
              <a:rPr lang="pt-BR" dirty="0"/>
              <a:t> não necessariamente estão sendo feitas no </a:t>
            </a:r>
            <a:r>
              <a:rPr lang="pt-BR" dirty="0" err="1"/>
              <a:t>Backend</a:t>
            </a:r>
            <a:r>
              <a:rPr lang="pt-BR" dirty="0"/>
              <a:t> 😈.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47D57-38D3-6563-F18C-67EF135A4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155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9907C-4947-764E-C0C8-28C633DC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108D317-7CBD-4897-BD1F-959436D2A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350137-CC41-8E45-F84F-1B95998F6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64" y="834888"/>
            <a:ext cx="4314645" cy="1268958"/>
          </a:xfrm>
        </p:spPr>
        <p:txBody>
          <a:bodyPr anchor="b">
            <a:normAutofit/>
          </a:bodyPr>
          <a:lstStyle/>
          <a:p>
            <a:r>
              <a:rPr lang="en-US" sz="3200"/>
              <a:t>CONCLUSÃO!</a:t>
            </a:r>
          </a:p>
        </p:txBody>
      </p:sp>
      <p:pic>
        <p:nvPicPr>
          <p:cNvPr id="6" name="Content Placeholder 5" descr="COMO ASSIM ? (@mmmkjhgu) • Facebook">
            <a:extLst>
              <a:ext uri="{FF2B5EF4-FFF2-40B4-BE49-F238E27FC236}">
                <a16:creationId xmlns:a16="http://schemas.microsoft.com/office/drawing/2014/main" id="{009880E3-30A0-35CD-E794-E7F7DE7291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5" r="-2" b="-2"/>
          <a:stretch>
            <a:fillRect/>
          </a:stretch>
        </p:blipFill>
        <p:spPr>
          <a:xfrm>
            <a:off x="20" y="10"/>
            <a:ext cx="6717436" cy="6857990"/>
          </a:xfrm>
          <a:custGeom>
            <a:avLst/>
            <a:gdLst/>
            <a:ahLst/>
            <a:cxnLst/>
            <a:rect l="l" t="t" r="r" b="b"/>
            <a:pathLst>
              <a:path w="6717456" h="6858000">
                <a:moveTo>
                  <a:pt x="0" y="0"/>
                </a:moveTo>
                <a:lnTo>
                  <a:pt x="6149468" y="0"/>
                </a:lnTo>
                <a:lnTo>
                  <a:pt x="6202448" y="162605"/>
                </a:lnTo>
                <a:cubicBezTo>
                  <a:pt x="6535625" y="1263763"/>
                  <a:pt x="6717456" y="2453207"/>
                  <a:pt x="6717456" y="3694043"/>
                </a:cubicBezTo>
                <a:cubicBezTo>
                  <a:pt x="6717456" y="4757617"/>
                  <a:pt x="6583866" y="5783433"/>
                  <a:pt x="6335883" y="6748259"/>
                </a:cubicBezTo>
                <a:lnTo>
                  <a:pt x="6305198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89864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F3CA65-EA00-46B4-9616-39E6853F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6172" y="2240371"/>
            <a:ext cx="42062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3E987E9-1FC6-1424-C59A-0D7B13CED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63" y="2557587"/>
            <a:ext cx="4314645" cy="3717317"/>
          </a:xfrm>
        </p:spPr>
        <p:txBody>
          <a:bodyPr anchor="t">
            <a:normAutofit/>
          </a:bodyPr>
          <a:lstStyle/>
          <a:p>
            <a:r>
              <a:rPr lang="pt-BR" sz="1800" b="1" noProof="0" dirty="0" err="1"/>
              <a:t>Backend</a:t>
            </a:r>
            <a:r>
              <a:rPr lang="pt-BR" sz="1800" noProof="0" dirty="0"/>
              <a:t> é o cozinheiro</a:t>
            </a:r>
          </a:p>
          <a:p>
            <a:endParaRPr lang="pt-BR" sz="1800" noProof="0" dirty="0"/>
          </a:p>
          <a:p>
            <a:r>
              <a:rPr lang="pt-BR" sz="1800" b="1" noProof="0" dirty="0" err="1"/>
              <a:t>Frontend</a:t>
            </a:r>
            <a:r>
              <a:rPr lang="pt-BR" sz="1800" noProof="0" dirty="0"/>
              <a:t> é o garçom</a:t>
            </a:r>
          </a:p>
          <a:p>
            <a:endParaRPr lang="pt-BR" sz="1800" noProof="0" dirty="0"/>
          </a:p>
          <a:p>
            <a:r>
              <a:rPr lang="pt-BR" sz="1800" b="1" noProof="0" dirty="0" err="1"/>
              <a:t>Yueslly</a:t>
            </a:r>
            <a:r>
              <a:rPr lang="pt-BR" sz="1800" noProof="0" dirty="0"/>
              <a:t> é o hacker que invade a cozinha e bagunça o cardápio!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9A941C-1580-89C9-B5D8-9234B819C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043" y="4661433"/>
            <a:ext cx="961417" cy="2113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E37018-010A-ED7F-F4A9-2CD9F3B48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5506" y="6256020"/>
            <a:ext cx="60198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2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2514</TotalTime>
  <Words>276</Words>
  <Application>Microsoft Macintosh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Back/Frontend for Hackers</vt:lpstr>
      <vt:lpstr>E assunto encerrado!</vt:lpstr>
      <vt:lpstr>REQUISITOS</vt:lpstr>
      <vt:lpstr>ALGORITMO</vt:lpstr>
      <vt:lpstr>SHOW ME THE CODE</vt:lpstr>
      <vt:lpstr>SHOW ME THE CODE</vt:lpstr>
      <vt:lpstr>COMUNICAÇÃO COM BACKEND</vt:lpstr>
      <vt:lpstr>A INTERFACE WEB</vt:lpstr>
      <vt:lpstr>SHOW ME THE CODE</vt:lpstr>
      <vt:lpstr>COMUNICAÇÃO COM BACKEND</vt:lpstr>
      <vt:lpstr>PONTOS DE ATAQUE</vt:lpstr>
      <vt:lpstr>INVASÃO EM APLICAÇÃO WEB/API</vt:lpstr>
      <vt:lpstr>CONCLUSÃO!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</dc:creator>
  <cp:lastModifiedBy>Alan</cp:lastModifiedBy>
  <cp:revision>15</cp:revision>
  <dcterms:created xsi:type="dcterms:W3CDTF">2026-09-28T20:58:47Z</dcterms:created>
  <dcterms:modified xsi:type="dcterms:W3CDTF">2026-09-30T14:53:24Z</dcterms:modified>
</cp:coreProperties>
</file>